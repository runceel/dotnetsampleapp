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1" autoAdjust="0"/>
    <p:restoredTop sz="94660"/>
  </p:normalViewPr>
  <p:slideViewPr>
    <p:cSldViewPr snapToGrid="0">
      <p:cViewPr>
        <p:scale>
          <a:sx n="45" d="100"/>
          <a:sy n="45" d="100"/>
        </p:scale>
        <p:origin x="809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7F057DB-BAC8-4E80-F9A2-AD24C2F6F8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8A5116D-8C2F-DA9E-CE02-5B40CEAF9B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E73BF31-4AC4-52AE-0078-D5CCB5110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E97BC-9FD5-4653-BEB2-A2FDE0EA4516}" type="datetimeFigureOut">
              <a:rPr kumimoji="1" lang="ja-JP" altLang="en-US" smtClean="0"/>
              <a:t>2026/2/22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635DA11-B00E-7E79-D9F9-9838D004F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F353CB9-B6D9-3EDC-06AB-D2C471DFF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9BFBE-71A9-4AFC-B382-4F283141A4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64350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986A8F7-FCDA-0515-F8AF-861BE505D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8532429-C6F4-2C57-7320-601C5D1EB2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86FECDC-28C9-20ED-417A-F01576C30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E97BC-9FD5-4653-BEB2-A2FDE0EA4516}" type="datetimeFigureOut">
              <a:rPr kumimoji="1" lang="ja-JP" altLang="en-US" smtClean="0"/>
              <a:t>2026/2/22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DC38A24-38B6-E5DD-54B7-9CDC3096B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0F20C0F-DF4F-EE8F-2C85-2D5AD60C3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9BFBE-71A9-4AFC-B382-4F283141A4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77105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4B57D5-5F4F-FE5A-E196-7206562A6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34D729E-332C-568F-B041-DD33667722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1042884-2A95-62A1-873A-19F35F50A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E97BC-9FD5-4653-BEB2-A2FDE0EA4516}" type="datetimeFigureOut">
              <a:rPr kumimoji="1" lang="ja-JP" altLang="en-US" smtClean="0"/>
              <a:t>2026/2/22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FCC099A-B74B-74B1-2957-333F88AA1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2A3B619-11E9-2DBF-007D-2EF93012A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9BFBE-71A9-4AFC-B382-4F283141A4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541900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37CEA2-90C8-1493-F82D-DBA5FCE56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8303719-5810-4D28-D4BD-3124C2A6E1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38B752B-755A-143B-CFDB-AF363F0D1E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DC784CC-199D-C29A-CCCE-BB2147CA1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E97BC-9FD5-4653-BEB2-A2FDE0EA4516}" type="datetimeFigureOut">
              <a:rPr kumimoji="1" lang="ja-JP" altLang="en-US" smtClean="0"/>
              <a:t>2026/2/22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F3EE21D-F35D-E906-F658-D663E46FE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2180DC3-83FB-B6BA-40A6-87F0E5F2F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9BFBE-71A9-4AFC-B382-4F283141A4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614512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E173E92-BB3B-7231-2F3A-2A6D50EE6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D0A04E4-202B-9576-6647-7B003A815F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B4DB64-C623-9B41-E31C-0AACDBB241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7D24ABE-E380-A1A6-9188-2D159D4748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25BCAB5C-5139-043D-B7A0-38E2FD5AF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6DBD61DF-E767-D8A3-095E-EF7628A30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E97BC-9FD5-4653-BEB2-A2FDE0EA4516}" type="datetimeFigureOut">
              <a:rPr kumimoji="1" lang="ja-JP" altLang="en-US" smtClean="0"/>
              <a:t>2026/2/22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C88E9913-5538-9D64-7AEA-4E2C12718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234175A-5363-6E30-6C31-AEE10A700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9BFBE-71A9-4AFC-B382-4F283141A4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27393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EF03FD7-5783-F6B3-B708-933727EF0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F8528F7-5723-8A2C-33F5-8C751D5EC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E97BC-9FD5-4653-BEB2-A2FDE0EA4516}" type="datetimeFigureOut">
              <a:rPr kumimoji="1" lang="ja-JP" altLang="en-US" smtClean="0"/>
              <a:t>2026/2/22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28D15F1-E42F-138D-5747-BB6F7181D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4D921B8-F37B-E356-219D-871D81364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9BFBE-71A9-4AFC-B382-4F283141A4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776343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96F85CF-655F-FD1A-C81E-4A68BCBCA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E97BC-9FD5-4653-BEB2-A2FDE0EA4516}" type="datetimeFigureOut">
              <a:rPr kumimoji="1" lang="ja-JP" altLang="en-US" smtClean="0"/>
              <a:t>2026/2/22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EF47BF0-F072-94D2-E74B-5CDDC12A7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F26462B-968A-FF05-B802-4FFA49166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9BFBE-71A9-4AFC-B382-4F283141A4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796431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9138D0-DD8D-5A2D-B37D-C63DBA901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59C3124-352B-E15E-C806-0D07CED90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F0CC070-89E5-D6CF-79B6-E43F87A31B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77D2F56-ACC6-AC1D-2B08-D32E72565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E97BC-9FD5-4653-BEB2-A2FDE0EA4516}" type="datetimeFigureOut">
              <a:rPr kumimoji="1" lang="ja-JP" altLang="en-US" smtClean="0"/>
              <a:t>2026/2/22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54C40FA-B93F-3F8F-233A-0AC55FE27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6E09C8B-1AB8-978B-316D-D2A279991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9BFBE-71A9-4AFC-B382-4F283141A4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135127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248246-5757-B690-0424-A8647221B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F0A6D8F-3E53-090F-55E1-EB5379BA5C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3F1E8DD-12EF-CEB2-DA9A-93BB020D2D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AF06D05-1A72-8131-F2FE-B937D24D8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E97BC-9FD5-4653-BEB2-A2FDE0EA4516}" type="datetimeFigureOut">
              <a:rPr kumimoji="1" lang="ja-JP" altLang="en-US" smtClean="0"/>
              <a:t>2026/2/22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F9EFCAE-4705-A18B-FE27-C2C39D0F9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81E723B-548E-C307-52B7-B874050FD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9BFBE-71A9-4AFC-B382-4F283141A4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614410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A6F1895-3F09-974B-4938-446D832F3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81F4A49-2E5F-DFD5-BCD4-20AEECE812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46CD170-215A-FF38-DE3C-B5D9F6C19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E97BC-9FD5-4653-BEB2-A2FDE0EA4516}" type="datetimeFigureOut">
              <a:rPr kumimoji="1" lang="ja-JP" altLang="en-US" smtClean="0"/>
              <a:t>2026/2/22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39FF992-FF70-D160-352D-AE29EE8AF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B11B334-783E-A011-C133-1B76F3B3B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9BFBE-71A9-4AFC-B382-4F283141A4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43882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F205169-E49B-16FC-9D9A-55ABE72A5E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0ED8274-A5EC-A481-CDE6-2D1AF85288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883FC53-E760-F81F-A0FA-97E115B22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E97BC-9FD5-4653-BEB2-A2FDE0EA4516}" type="datetimeFigureOut">
              <a:rPr kumimoji="1" lang="ja-JP" altLang="en-US" smtClean="0"/>
              <a:t>2026/2/22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981EC43-4DBB-2C01-28B2-6FA35D97F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6A1DD36-EC3A-B3B4-E4D6-B6EB67F12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9BFBE-71A9-4AFC-B382-4F283141A4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35999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4C6F0042-3B8C-0B7A-F06F-50F8DA541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49BDDEE-1BDB-D348-7A0C-777550836E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B762668-4302-1140-5350-BE60D4E14E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7E97BC-9FD5-4653-BEB2-A2FDE0EA4516}" type="datetimeFigureOut">
              <a:rPr kumimoji="1" lang="ja-JP" altLang="en-US" smtClean="0"/>
              <a:t>2026/2/22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5AC171A-47E3-EBE3-8D0D-F389734C70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6FE7ADB-4EAB-708B-E2C0-8ABB166E3F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E9BFBE-71A9-4AFC-B382-4F283141A4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2179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2E557C51-7C00-D33A-69F7-CE1502553B46}"/>
              </a:ext>
            </a:extLst>
          </p:cNvPr>
          <p:cNvSpPr/>
          <p:nvPr/>
        </p:nvSpPr>
        <p:spPr>
          <a:xfrm>
            <a:off x="0" y="1"/>
            <a:ext cx="12192000" cy="98473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b="1" dirty="0"/>
              <a:t>   .NET </a:t>
            </a:r>
            <a:r>
              <a:rPr kumimoji="1" lang="ja-JP" altLang="en-US" b="1" dirty="0"/>
              <a:t>サンプル アプリケーション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32922EA-2A88-72E0-7D93-85D322055293}"/>
              </a:ext>
            </a:extLst>
          </p:cNvPr>
          <p:cNvSpPr txBox="1"/>
          <p:nvPr/>
        </p:nvSpPr>
        <p:spPr>
          <a:xfrm>
            <a:off x="4161692" y="49237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chemeClr val="bg1"/>
                </a:solidFill>
              </a:rPr>
              <a:t>ホーム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70AAFE7-7908-9DF9-67B0-ADEF57DC4667}"/>
              </a:ext>
            </a:extLst>
          </p:cNvPr>
          <p:cNvSpPr txBox="1"/>
          <p:nvPr/>
        </p:nvSpPr>
        <p:spPr>
          <a:xfrm>
            <a:off x="5205046" y="512914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chemeClr val="bg1"/>
                </a:solidFill>
              </a:rPr>
              <a:t>画面</a:t>
            </a:r>
            <a:r>
              <a:rPr kumimoji="1" lang="en-US" altLang="ja-JP" dirty="0">
                <a:solidFill>
                  <a:schemeClr val="bg1"/>
                </a:solidFill>
              </a:rPr>
              <a:t>1</a:t>
            </a:r>
            <a:endParaRPr kumimoji="1" lang="ja-JP" altLang="en-US" dirty="0">
              <a:solidFill>
                <a:schemeClr val="bg1"/>
              </a:solidFill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D07D229-BF2C-A841-0ABB-4A13E08074FE}"/>
              </a:ext>
            </a:extLst>
          </p:cNvPr>
          <p:cNvSpPr txBox="1"/>
          <p:nvPr/>
        </p:nvSpPr>
        <p:spPr>
          <a:xfrm>
            <a:off x="6146656" y="492370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chemeClr val="bg1"/>
                </a:solidFill>
              </a:rPr>
              <a:t>画面</a:t>
            </a:r>
            <a:r>
              <a:rPr kumimoji="1" lang="en-US" altLang="ja-JP" dirty="0">
                <a:solidFill>
                  <a:schemeClr val="bg1"/>
                </a:solidFill>
              </a:rPr>
              <a:t>2</a:t>
            </a:r>
            <a:endParaRPr kumimoji="1" lang="ja-JP" altLang="en-US" dirty="0">
              <a:solidFill>
                <a:schemeClr val="bg1"/>
              </a:solidFill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299CE77-285A-32D2-6013-A57CFFAE283F}"/>
              </a:ext>
            </a:extLst>
          </p:cNvPr>
          <p:cNvSpPr txBox="1"/>
          <p:nvPr/>
        </p:nvSpPr>
        <p:spPr>
          <a:xfrm>
            <a:off x="7087418" y="492370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chemeClr val="bg1"/>
                </a:solidFill>
              </a:rPr>
              <a:t>画面</a:t>
            </a:r>
            <a:r>
              <a:rPr kumimoji="1" lang="en-US" altLang="ja-JP" dirty="0">
                <a:solidFill>
                  <a:schemeClr val="bg1"/>
                </a:solidFill>
              </a:rPr>
              <a:t>3</a:t>
            </a:r>
            <a:endParaRPr kumimoji="1" lang="ja-JP" altLang="en-US" dirty="0">
              <a:solidFill>
                <a:schemeClr val="bg1"/>
              </a:solidFill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36B56C6B-F489-B707-2BB5-9D5BF0D06660}"/>
              </a:ext>
            </a:extLst>
          </p:cNvPr>
          <p:cNvSpPr/>
          <p:nvPr/>
        </p:nvSpPr>
        <p:spPr>
          <a:xfrm>
            <a:off x="0" y="984740"/>
            <a:ext cx="12192000" cy="5978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dirty="0"/>
              <a:t>   画面タイトル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6A4C6C3F-1C44-14CD-D490-9AE7AD283FFC}"/>
              </a:ext>
            </a:extLst>
          </p:cNvPr>
          <p:cNvSpPr/>
          <p:nvPr/>
        </p:nvSpPr>
        <p:spPr>
          <a:xfrm>
            <a:off x="0" y="1582615"/>
            <a:ext cx="12242656" cy="5275384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b="1" dirty="0"/>
              <a:t>このオレンジ色の部分にコンテンツを表示します。</a:t>
            </a:r>
            <a:endParaRPr kumimoji="1" lang="en-US" altLang="ja-JP" sz="2400" b="1" dirty="0"/>
          </a:p>
          <a:p>
            <a:pPr algn="ctr"/>
            <a:r>
              <a:rPr lang="en-US" altLang="ja-JP" sz="2400" b="1" dirty="0"/>
              <a:t>(</a:t>
            </a:r>
            <a:r>
              <a:rPr lang="ja-JP" altLang="en-US" sz="2400" b="1" dirty="0"/>
              <a:t>画面の背景はオレンジではありません</a:t>
            </a:r>
            <a:r>
              <a:rPr lang="en-US" altLang="ja-JP" sz="2400" b="1" dirty="0"/>
              <a:t>)</a:t>
            </a:r>
            <a:endParaRPr kumimoji="1" lang="en-US" altLang="ja-JP" sz="2400" b="1" dirty="0"/>
          </a:p>
        </p:txBody>
      </p:sp>
    </p:spTree>
    <p:extLst>
      <p:ext uri="{BB962C8B-B14F-4D97-AF65-F5344CB8AC3E}">
        <p14:creationId xmlns:p14="http://schemas.microsoft.com/office/powerpoint/2010/main" val="37499796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76</Words>
  <Application>Microsoft Office PowerPoint</Application>
  <PresentationFormat>ワイド画面</PresentationFormat>
  <Paragraphs>8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Kazuki Ota</dc:creator>
  <cp:lastModifiedBy>Kazuki Ota</cp:lastModifiedBy>
  <cp:revision>1</cp:revision>
  <dcterms:created xsi:type="dcterms:W3CDTF">2026-02-22T05:43:23Z</dcterms:created>
  <dcterms:modified xsi:type="dcterms:W3CDTF">2026-02-22T05:50:50Z</dcterms:modified>
</cp:coreProperties>
</file>